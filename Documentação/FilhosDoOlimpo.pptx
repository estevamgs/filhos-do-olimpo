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GFS Theokritos" charset="1" panose="02000500070000020004"/>
      <p:regular r:id="rId13"/>
    </p:embeddedFont>
    <p:embeddedFont>
      <p:font typeface="Cooper Hewitt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media/image29.png" Type="http://schemas.openxmlformats.org/officeDocument/2006/relationships/image"/><Relationship Id="rId17" Target="../media/image30.svg" Type="http://schemas.openxmlformats.org/officeDocument/2006/relationships/image"/><Relationship Id="rId18" Target="../media/image31.png" Type="http://schemas.openxmlformats.org/officeDocument/2006/relationships/image"/><Relationship Id="rId19" Target="../media/image32.svg" Type="http://schemas.openxmlformats.org/officeDocument/2006/relationships/image"/><Relationship Id="rId2" Target="../media/image21.png" Type="http://schemas.openxmlformats.org/officeDocument/2006/relationships/image"/><Relationship Id="rId20" Target="../media/image33.png" Type="http://schemas.openxmlformats.org/officeDocument/2006/relationships/image"/><Relationship Id="rId21" Target="../media/image34.svg" Type="http://schemas.openxmlformats.org/officeDocument/2006/relationships/image"/><Relationship Id="rId3" Target="../media/image2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6661" y="880562"/>
            <a:ext cx="8552515" cy="132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1"/>
              </a:lnSpc>
              <a:spcBef>
                <a:spcPct val="0"/>
              </a:spcBef>
            </a:pPr>
            <a:r>
              <a:rPr lang="en-US" sz="7543">
                <a:solidFill>
                  <a:srgbClr val="EA872F"/>
                </a:solidFill>
                <a:latin typeface="GFS Theokritos"/>
                <a:ea typeface="GFS Theokritos"/>
                <a:cs typeface="GFS Theokritos"/>
                <a:sym typeface="GFS Theokritos"/>
              </a:rPr>
              <a:t>do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993535" y="6120965"/>
            <a:ext cx="20275070" cy="7106880"/>
            <a:chOff x="0" y="0"/>
            <a:chExt cx="27033427" cy="94758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33427" cy="7569360"/>
            </a:xfrm>
            <a:custGeom>
              <a:avLst/>
              <a:gdLst/>
              <a:ahLst/>
              <a:cxnLst/>
              <a:rect r="r" b="b" t="t" l="l"/>
              <a:pathLst>
                <a:path h="7569360" w="27033427">
                  <a:moveTo>
                    <a:pt x="0" y="0"/>
                  </a:moveTo>
                  <a:lnTo>
                    <a:pt x="27033427" y="0"/>
                  </a:lnTo>
                  <a:lnTo>
                    <a:pt x="27033427" y="7569360"/>
                  </a:lnTo>
                  <a:lnTo>
                    <a:pt x="0" y="7569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851827" y="2776660"/>
              <a:ext cx="25329773" cy="6699179"/>
              <a:chOff x="0" y="0"/>
              <a:chExt cx="5003412" cy="1323295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003412" cy="1323295"/>
              </a:xfrm>
              <a:custGeom>
                <a:avLst/>
                <a:gdLst/>
                <a:ahLst/>
                <a:cxnLst/>
                <a:rect r="r" b="b" t="t" l="l"/>
                <a:pathLst>
                  <a:path h="1323295" w="5003412">
                    <a:moveTo>
                      <a:pt x="0" y="0"/>
                    </a:moveTo>
                    <a:lnTo>
                      <a:pt x="5003412" y="0"/>
                    </a:lnTo>
                    <a:lnTo>
                      <a:pt x="5003412" y="1323295"/>
                    </a:lnTo>
                    <a:lnTo>
                      <a:pt x="0" y="1323295"/>
                    </a:lnTo>
                    <a:close/>
                  </a:path>
                </a:pathLst>
              </a:custGeom>
              <a:solidFill>
                <a:srgbClr val="631C1B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5003412" cy="13613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8" id="8"/>
          <p:cNvSpPr/>
          <p:nvPr/>
        </p:nvSpPr>
        <p:spPr>
          <a:xfrm flipH="false" flipV="false" rot="0">
            <a:off x="4542505" y="2396761"/>
            <a:ext cx="7721882" cy="10486506"/>
          </a:xfrm>
          <a:custGeom>
            <a:avLst/>
            <a:gdLst/>
            <a:ahLst/>
            <a:cxnLst/>
            <a:rect r="r" b="b" t="t" l="l"/>
            <a:pathLst>
              <a:path h="10486506" w="7721882">
                <a:moveTo>
                  <a:pt x="0" y="0"/>
                </a:moveTo>
                <a:lnTo>
                  <a:pt x="7721882" y="0"/>
                </a:lnTo>
                <a:lnTo>
                  <a:pt x="7721882" y="10486506"/>
                </a:lnTo>
                <a:lnTo>
                  <a:pt x="0" y="10486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505186" y="4419877"/>
            <a:ext cx="8144654" cy="8749140"/>
          </a:xfrm>
          <a:custGeom>
            <a:avLst/>
            <a:gdLst/>
            <a:ahLst/>
            <a:cxnLst/>
            <a:rect r="r" b="b" t="t" l="l"/>
            <a:pathLst>
              <a:path h="8749140" w="8144654">
                <a:moveTo>
                  <a:pt x="0" y="0"/>
                </a:moveTo>
                <a:lnTo>
                  <a:pt x="8144653" y="0"/>
                </a:lnTo>
                <a:lnTo>
                  <a:pt x="8144653" y="8749140"/>
                </a:lnTo>
                <a:lnTo>
                  <a:pt x="0" y="87491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77297">
            <a:off x="545499" y="5046281"/>
            <a:ext cx="6245695" cy="8317512"/>
          </a:xfrm>
          <a:custGeom>
            <a:avLst/>
            <a:gdLst/>
            <a:ahLst/>
            <a:cxnLst/>
            <a:rect r="r" b="b" t="t" l="l"/>
            <a:pathLst>
              <a:path h="8317512" w="6245695">
                <a:moveTo>
                  <a:pt x="0" y="0"/>
                </a:moveTo>
                <a:lnTo>
                  <a:pt x="6245695" y="0"/>
                </a:lnTo>
                <a:lnTo>
                  <a:pt x="6245695" y="8317513"/>
                </a:lnTo>
                <a:lnTo>
                  <a:pt x="0" y="83175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1021103">
            <a:off x="12305097" y="5827338"/>
            <a:ext cx="7254907" cy="8946634"/>
          </a:xfrm>
          <a:custGeom>
            <a:avLst/>
            <a:gdLst/>
            <a:ahLst/>
            <a:cxnLst/>
            <a:rect r="r" b="b" t="t" l="l"/>
            <a:pathLst>
              <a:path h="8946634" w="7254907">
                <a:moveTo>
                  <a:pt x="7254907" y="0"/>
                </a:moveTo>
                <a:lnTo>
                  <a:pt x="0" y="0"/>
                </a:lnTo>
                <a:lnTo>
                  <a:pt x="0" y="8946634"/>
                </a:lnTo>
                <a:lnTo>
                  <a:pt x="7254907" y="8946634"/>
                </a:lnTo>
                <a:lnTo>
                  <a:pt x="7254907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24908" y="695325"/>
            <a:ext cx="3110805" cy="1184249"/>
          </a:xfrm>
          <a:custGeom>
            <a:avLst/>
            <a:gdLst/>
            <a:ahLst/>
            <a:cxnLst/>
            <a:rect r="r" b="b" t="t" l="l"/>
            <a:pathLst>
              <a:path h="1184249" w="3110805">
                <a:moveTo>
                  <a:pt x="0" y="0"/>
                </a:moveTo>
                <a:lnTo>
                  <a:pt x="3110805" y="0"/>
                </a:lnTo>
                <a:lnTo>
                  <a:pt x="3110805" y="1184249"/>
                </a:lnTo>
                <a:lnTo>
                  <a:pt x="0" y="11842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224954" t="0" r="-589790" b="-80872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49473" y="1837627"/>
            <a:ext cx="807278" cy="731596"/>
          </a:xfrm>
          <a:custGeom>
            <a:avLst/>
            <a:gdLst/>
            <a:ahLst/>
            <a:cxnLst/>
            <a:rect r="r" b="b" t="t" l="l"/>
            <a:pathLst>
              <a:path h="731596" w="807278">
                <a:moveTo>
                  <a:pt x="0" y="0"/>
                </a:moveTo>
                <a:lnTo>
                  <a:pt x="807278" y="0"/>
                </a:lnTo>
                <a:lnTo>
                  <a:pt x="807278" y="731595"/>
                </a:lnTo>
                <a:lnTo>
                  <a:pt x="0" y="73159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795437" t="-166791" r="-269626" b="-892575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324827" y="1229941"/>
            <a:ext cx="622244" cy="563909"/>
          </a:xfrm>
          <a:custGeom>
            <a:avLst/>
            <a:gdLst/>
            <a:ahLst/>
            <a:cxnLst/>
            <a:rect r="r" b="b" t="t" l="l"/>
            <a:pathLst>
              <a:path h="563909" w="622244">
                <a:moveTo>
                  <a:pt x="0" y="0"/>
                </a:moveTo>
                <a:lnTo>
                  <a:pt x="622244" y="0"/>
                </a:lnTo>
                <a:lnTo>
                  <a:pt x="622244" y="563908"/>
                </a:lnTo>
                <a:lnTo>
                  <a:pt x="0" y="5639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795437" t="-166791" r="-269626" b="-892575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4020444" y="695325"/>
            <a:ext cx="3110805" cy="1184249"/>
          </a:xfrm>
          <a:custGeom>
            <a:avLst/>
            <a:gdLst/>
            <a:ahLst/>
            <a:cxnLst/>
            <a:rect r="r" b="b" t="t" l="l"/>
            <a:pathLst>
              <a:path h="1184249" w="3110805">
                <a:moveTo>
                  <a:pt x="3110805" y="0"/>
                </a:moveTo>
                <a:lnTo>
                  <a:pt x="0" y="0"/>
                </a:lnTo>
                <a:lnTo>
                  <a:pt x="0" y="1184249"/>
                </a:lnTo>
                <a:lnTo>
                  <a:pt x="3110805" y="1184249"/>
                </a:lnTo>
                <a:lnTo>
                  <a:pt x="3110805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224954" t="0" r="-589790" b="-80872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3309086" y="1229941"/>
            <a:ext cx="622244" cy="563909"/>
          </a:xfrm>
          <a:custGeom>
            <a:avLst/>
            <a:gdLst/>
            <a:ahLst/>
            <a:cxnLst/>
            <a:rect r="r" b="b" t="t" l="l"/>
            <a:pathLst>
              <a:path h="563909" w="622244">
                <a:moveTo>
                  <a:pt x="622244" y="0"/>
                </a:moveTo>
                <a:lnTo>
                  <a:pt x="0" y="0"/>
                </a:lnTo>
                <a:lnTo>
                  <a:pt x="0" y="563908"/>
                </a:lnTo>
                <a:lnTo>
                  <a:pt x="622244" y="563908"/>
                </a:lnTo>
                <a:lnTo>
                  <a:pt x="622244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795437" t="-166791" r="-269626" b="-892575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17131249" y="1837627"/>
            <a:ext cx="807278" cy="731596"/>
          </a:xfrm>
          <a:custGeom>
            <a:avLst/>
            <a:gdLst/>
            <a:ahLst/>
            <a:cxnLst/>
            <a:rect r="r" b="b" t="t" l="l"/>
            <a:pathLst>
              <a:path h="731596" w="807278">
                <a:moveTo>
                  <a:pt x="807278" y="0"/>
                </a:moveTo>
                <a:lnTo>
                  <a:pt x="0" y="0"/>
                </a:lnTo>
                <a:lnTo>
                  <a:pt x="0" y="731595"/>
                </a:lnTo>
                <a:lnTo>
                  <a:pt x="807278" y="731595"/>
                </a:lnTo>
                <a:lnTo>
                  <a:pt x="807278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795437" t="-166791" r="-269626" b="-892575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715033" y="4012432"/>
            <a:ext cx="2355449" cy="896694"/>
          </a:xfrm>
          <a:custGeom>
            <a:avLst/>
            <a:gdLst/>
            <a:ahLst/>
            <a:cxnLst/>
            <a:rect r="r" b="b" t="t" l="l"/>
            <a:pathLst>
              <a:path h="896694" w="2355449">
                <a:moveTo>
                  <a:pt x="0" y="0"/>
                </a:moveTo>
                <a:lnTo>
                  <a:pt x="2355450" y="0"/>
                </a:lnTo>
                <a:lnTo>
                  <a:pt x="2355450" y="896694"/>
                </a:lnTo>
                <a:lnTo>
                  <a:pt x="0" y="89669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224954" t="0" r="-589790" b="-80872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-782483" y="4012432"/>
            <a:ext cx="2355449" cy="896694"/>
          </a:xfrm>
          <a:custGeom>
            <a:avLst/>
            <a:gdLst/>
            <a:ahLst/>
            <a:cxnLst/>
            <a:rect r="r" b="b" t="t" l="l"/>
            <a:pathLst>
              <a:path h="896694" w="2355449">
                <a:moveTo>
                  <a:pt x="2355450" y="0"/>
                </a:moveTo>
                <a:lnTo>
                  <a:pt x="0" y="0"/>
                </a:lnTo>
                <a:lnTo>
                  <a:pt x="0" y="896694"/>
                </a:lnTo>
                <a:lnTo>
                  <a:pt x="2355450" y="896694"/>
                </a:lnTo>
                <a:lnTo>
                  <a:pt x="235545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224954" t="0" r="-589790" b="-80872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068261" y="1606711"/>
            <a:ext cx="9981477" cy="2714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28"/>
              </a:lnSpc>
              <a:spcBef>
                <a:spcPct val="0"/>
              </a:spcBef>
            </a:pPr>
            <a:r>
              <a:rPr lang="en-US" sz="15377">
                <a:solidFill>
                  <a:srgbClr val="FDF5CC"/>
                </a:solidFill>
                <a:latin typeface="GFS Theokritos"/>
                <a:ea typeface="GFS Theokritos"/>
                <a:cs typeface="GFS Theokritos"/>
                <a:sym typeface="GFS Theokritos"/>
              </a:rPr>
              <a:t>Olimpo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9982" y="1765254"/>
            <a:ext cx="7116729" cy="2247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89"/>
              </a:lnSpc>
              <a:spcBef>
                <a:spcPct val="0"/>
              </a:spcBef>
            </a:pPr>
            <a:r>
              <a:rPr lang="en-US" sz="12778">
                <a:solidFill>
                  <a:srgbClr val="FDF5CC"/>
                </a:solidFill>
                <a:latin typeface="GFS Theokritos"/>
                <a:ea typeface="GFS Theokritos"/>
                <a:cs typeface="GFS Theokritos"/>
                <a:sym typeface="GFS Theokritos"/>
              </a:rPr>
              <a:t>Filhos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58898" y="311746"/>
            <a:ext cx="9824270" cy="9663509"/>
          </a:xfrm>
          <a:custGeom>
            <a:avLst/>
            <a:gdLst/>
            <a:ahLst/>
            <a:cxnLst/>
            <a:rect r="r" b="b" t="t" l="l"/>
            <a:pathLst>
              <a:path h="9663509" w="9824270">
                <a:moveTo>
                  <a:pt x="0" y="0"/>
                </a:moveTo>
                <a:lnTo>
                  <a:pt x="9824269" y="0"/>
                </a:lnTo>
                <a:lnTo>
                  <a:pt x="9824269" y="9663508"/>
                </a:lnTo>
                <a:lnTo>
                  <a:pt x="0" y="9663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83736" y="311746"/>
            <a:ext cx="9824270" cy="9663509"/>
          </a:xfrm>
          <a:custGeom>
            <a:avLst/>
            <a:gdLst/>
            <a:ahLst/>
            <a:cxnLst/>
            <a:rect r="r" b="b" t="t" l="l"/>
            <a:pathLst>
              <a:path h="9663509" w="9824270">
                <a:moveTo>
                  <a:pt x="0" y="0"/>
                </a:moveTo>
                <a:lnTo>
                  <a:pt x="9824270" y="0"/>
                </a:lnTo>
                <a:lnTo>
                  <a:pt x="9824270" y="9663508"/>
                </a:lnTo>
                <a:lnTo>
                  <a:pt x="0" y="9663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1135285" y="8528474"/>
            <a:ext cx="20558570" cy="5756400"/>
          </a:xfrm>
          <a:custGeom>
            <a:avLst/>
            <a:gdLst/>
            <a:ahLst/>
            <a:cxnLst/>
            <a:rect r="r" b="b" t="t" l="l"/>
            <a:pathLst>
              <a:path h="5756400" w="20558570">
                <a:moveTo>
                  <a:pt x="0" y="0"/>
                </a:moveTo>
                <a:lnTo>
                  <a:pt x="20558570" y="0"/>
                </a:lnTo>
                <a:lnTo>
                  <a:pt x="20558570" y="5756399"/>
                </a:lnTo>
                <a:lnTo>
                  <a:pt x="0" y="57563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41385" y="790575"/>
            <a:ext cx="10205229" cy="1666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31"/>
              </a:lnSpc>
              <a:spcBef>
                <a:spcPct val="0"/>
              </a:spcBef>
            </a:pPr>
            <a:r>
              <a:rPr lang="en-US" sz="9379">
                <a:solidFill>
                  <a:srgbClr val="EA872F"/>
                </a:solidFill>
                <a:latin typeface="GFS Theokritos"/>
                <a:ea typeface="GFS Theokritos"/>
                <a:cs typeface="GFS Theokritos"/>
                <a:sym typeface="GFS Theokritos"/>
              </a:rPr>
              <a:t>Escolha do tema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40759" y="3180028"/>
            <a:ext cx="9281656" cy="4014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336" indent="-305168" lvl="1">
              <a:lnSpc>
                <a:spcPts val="3957"/>
              </a:lnSpc>
              <a:buFont typeface="Arial"/>
              <a:buChar char="•"/>
            </a:pPr>
            <a:r>
              <a:rPr lang="en-US" sz="2826">
                <a:solidFill>
                  <a:srgbClr val="FDF5CC"/>
                </a:solidFill>
                <a:latin typeface="Cooper Hewitt"/>
                <a:ea typeface="Cooper Hewitt"/>
                <a:cs typeface="Cooper Hewitt"/>
                <a:sym typeface="Cooper Hewitt"/>
              </a:rPr>
              <a:t>Incentivo constante da faculdade sobre exercer o hábito da leitura</a:t>
            </a:r>
          </a:p>
          <a:p>
            <a:pPr algn="l" marL="610336" indent="-305168" lvl="1">
              <a:lnSpc>
                <a:spcPts val="3957"/>
              </a:lnSpc>
              <a:buFont typeface="Arial"/>
              <a:buChar char="•"/>
            </a:pPr>
            <a:r>
              <a:rPr lang="en-US" sz="2826">
                <a:solidFill>
                  <a:srgbClr val="FDF5CC"/>
                </a:solidFill>
                <a:latin typeface="Cooper Hewitt"/>
                <a:ea typeface="Cooper Hewitt"/>
                <a:cs typeface="Cooper Hewitt"/>
                <a:sym typeface="Cooper Hewitt"/>
              </a:rPr>
              <a:t>Transformar e fortalecer o hábito da leitura</a:t>
            </a:r>
          </a:p>
          <a:p>
            <a:pPr algn="l" marL="610336" indent="-305168" lvl="1">
              <a:lnSpc>
                <a:spcPts val="3957"/>
              </a:lnSpc>
              <a:buFont typeface="Arial"/>
              <a:buChar char="•"/>
            </a:pPr>
            <a:r>
              <a:rPr lang="en-US" sz="2826">
                <a:solidFill>
                  <a:srgbClr val="FDF5CC"/>
                </a:solidFill>
                <a:latin typeface="Cooper Hewitt"/>
                <a:ea typeface="Cooper Hewitt"/>
                <a:cs typeface="Cooper Hewitt"/>
                <a:sym typeface="Cooper Hewitt"/>
              </a:rPr>
              <a:t>Interesse antigo sobre o universo e os personagens da obra</a:t>
            </a:r>
          </a:p>
          <a:p>
            <a:pPr algn="l" marL="610336" indent="-305168" lvl="1">
              <a:lnSpc>
                <a:spcPts val="3957"/>
              </a:lnSpc>
              <a:buFont typeface="Arial"/>
              <a:buChar char="•"/>
            </a:pPr>
            <a:r>
              <a:rPr lang="en-US" sz="2826">
                <a:solidFill>
                  <a:srgbClr val="FDF5CC"/>
                </a:solidFill>
                <a:latin typeface="Cooper Hewitt"/>
                <a:ea typeface="Cooper Hewitt"/>
                <a:cs typeface="Cooper Hewitt"/>
                <a:sym typeface="Cooper Hewitt"/>
              </a:rPr>
              <a:t>Transformar algo que me interesso, em um projeto  pessoal, onde aplico o que foi aprendido</a:t>
            </a:r>
          </a:p>
          <a:p>
            <a:pPr algn="l" marL="610336" indent="-305168" lvl="1">
              <a:lnSpc>
                <a:spcPts val="3957"/>
              </a:lnSpc>
              <a:buFont typeface="Arial"/>
              <a:buChar char="•"/>
            </a:pPr>
            <a:r>
              <a:rPr lang="en-US" sz="2826">
                <a:solidFill>
                  <a:srgbClr val="FDF5CC"/>
                </a:solidFill>
                <a:latin typeface="Cooper Hewitt"/>
                <a:ea typeface="Cooper Hewitt"/>
                <a:cs typeface="Cooper Hewitt"/>
                <a:sym typeface="Cooper Hewitt"/>
              </a:rPr>
              <a:t>Criar mais conexão com a obra em geral</a:t>
            </a:r>
          </a:p>
        </p:txBody>
      </p:sp>
    </p:spTree>
  </p:cSld>
  <p:clrMapOvr>
    <a:masterClrMapping/>
  </p:clrMapOvr>
  <p:transition spd="slow">
    <p:cover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31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3137" y="313863"/>
            <a:ext cx="21294274" cy="9659273"/>
            <a:chOff x="0" y="0"/>
            <a:chExt cx="28392366" cy="1287903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331840" y="0"/>
              <a:ext cx="28060526" cy="7856947"/>
            </a:xfrm>
            <a:custGeom>
              <a:avLst/>
              <a:gdLst/>
              <a:ahLst/>
              <a:cxnLst/>
              <a:rect r="r" b="b" t="t" l="l"/>
              <a:pathLst>
                <a:path h="7856947" w="28060526">
                  <a:moveTo>
                    <a:pt x="0" y="7856947"/>
                  </a:moveTo>
                  <a:lnTo>
                    <a:pt x="28060526" y="7856947"/>
                  </a:lnTo>
                  <a:lnTo>
                    <a:pt x="28060526" y="0"/>
                  </a:lnTo>
                  <a:lnTo>
                    <a:pt x="0" y="0"/>
                  </a:lnTo>
                  <a:lnTo>
                    <a:pt x="0" y="785694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1216031" y="2882156"/>
              <a:ext cx="26292144" cy="6333101"/>
              <a:chOff x="0" y="0"/>
              <a:chExt cx="5003412" cy="120519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003412" cy="1205193"/>
              </a:xfrm>
              <a:custGeom>
                <a:avLst/>
                <a:gdLst/>
                <a:ahLst/>
                <a:cxnLst/>
                <a:rect r="r" b="b" t="t" l="l"/>
                <a:pathLst>
                  <a:path h="1205193" w="5003412">
                    <a:moveTo>
                      <a:pt x="0" y="0"/>
                    </a:moveTo>
                    <a:lnTo>
                      <a:pt x="5003412" y="0"/>
                    </a:lnTo>
                    <a:lnTo>
                      <a:pt x="5003412" y="1205193"/>
                    </a:lnTo>
                    <a:lnTo>
                      <a:pt x="0" y="1205193"/>
                    </a:lnTo>
                    <a:close/>
                  </a:path>
                </a:pathLst>
              </a:custGeom>
              <a:solidFill>
                <a:srgbClr val="191A1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5003412" cy="1243293"/>
              </a:xfrm>
              <a:prstGeom prst="rect">
                <a:avLst/>
              </a:prstGeom>
            </p:spPr>
            <p:txBody>
              <a:bodyPr anchor="ctr" rtlCol="false" tIns="52730" lIns="52730" bIns="52730" rIns="5273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0" y="5022083"/>
              <a:ext cx="28060526" cy="7856947"/>
            </a:xfrm>
            <a:custGeom>
              <a:avLst/>
              <a:gdLst/>
              <a:ahLst/>
              <a:cxnLst/>
              <a:rect r="r" b="b" t="t" l="l"/>
              <a:pathLst>
                <a:path h="7856947" w="28060526">
                  <a:moveTo>
                    <a:pt x="0" y="0"/>
                  </a:moveTo>
                  <a:lnTo>
                    <a:pt x="28060526" y="0"/>
                  </a:lnTo>
                  <a:lnTo>
                    <a:pt x="28060526" y="7856948"/>
                  </a:lnTo>
                  <a:lnTo>
                    <a:pt x="0" y="7856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333567" y="1313732"/>
            <a:ext cx="13620867" cy="201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30"/>
              </a:lnSpc>
              <a:spcBef>
                <a:spcPct val="0"/>
              </a:spcBef>
            </a:pPr>
            <a:r>
              <a:rPr lang="en-US" sz="11379">
                <a:solidFill>
                  <a:srgbClr val="EA872F"/>
                </a:solidFill>
                <a:latin typeface="GFS Theokritos"/>
                <a:ea typeface="GFS Theokritos"/>
                <a:cs typeface="GFS Theokritos"/>
                <a:sym typeface="GFS Theokritos"/>
              </a:rPr>
              <a:t>Valores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061677" y="4608229"/>
            <a:ext cx="4385533" cy="3245386"/>
            <a:chOff x="0" y="0"/>
            <a:chExt cx="5847377" cy="432718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249194"/>
              <a:ext cx="5847377" cy="307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5"/>
                </a:lnSpc>
                <a:spcBef>
                  <a:spcPct val="0"/>
                </a:spcBef>
              </a:pPr>
              <a:r>
                <a:rPr lang="en-US" sz="2575">
                  <a:solidFill>
                    <a:srgbClr val="FDF5CC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Me mantive motivado, mesmo perante às diversas adverisades que apareceram no processo de desenvolvimento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306606" y="0"/>
              <a:ext cx="5234165" cy="941219"/>
              <a:chOff x="0" y="0"/>
              <a:chExt cx="1187560" cy="21355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187559" cy="213550"/>
              </a:xfrm>
              <a:custGeom>
                <a:avLst/>
                <a:gdLst/>
                <a:ahLst/>
                <a:cxnLst/>
                <a:rect r="r" b="b" t="t" l="l"/>
                <a:pathLst>
                  <a:path h="213550" w="1187559">
                    <a:moveTo>
                      <a:pt x="0" y="0"/>
                    </a:moveTo>
                    <a:lnTo>
                      <a:pt x="1187559" y="0"/>
                    </a:lnTo>
                    <a:lnTo>
                      <a:pt x="1187559" y="213550"/>
                    </a:lnTo>
                    <a:lnTo>
                      <a:pt x="0" y="213550"/>
                    </a:lnTo>
                    <a:close/>
                  </a:path>
                </a:pathLst>
              </a:custGeom>
              <a:solidFill>
                <a:srgbClr val="631C1B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187560" cy="251650"/>
              </a:xfrm>
              <a:prstGeom prst="rect">
                <a:avLst/>
              </a:prstGeom>
            </p:spPr>
            <p:txBody>
              <a:bodyPr anchor="ctr" rtlCol="false" tIns="44227" lIns="44227" bIns="44227" rIns="44227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88385" y="92052"/>
              <a:ext cx="5270607" cy="7122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72"/>
                </a:lnSpc>
                <a:spcBef>
                  <a:spcPct val="0"/>
                </a:spcBef>
              </a:pPr>
              <a:r>
                <a:rPr lang="en-US" sz="2908">
                  <a:solidFill>
                    <a:srgbClr val="FDF5CC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Resiliência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494960" y="4608229"/>
            <a:ext cx="4495976" cy="3245386"/>
            <a:chOff x="0" y="0"/>
            <a:chExt cx="5994635" cy="4327181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249194"/>
              <a:ext cx="5994635" cy="307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5"/>
                </a:lnSpc>
                <a:spcBef>
                  <a:spcPct val="0"/>
                </a:spcBef>
              </a:pPr>
              <a:r>
                <a:rPr lang="en-US" sz="2575">
                  <a:solidFill>
                    <a:srgbClr val="FDF5CC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Procurei me esforçar e me desafiar ao máximo para que eu pudesse realizar tudo o que estivesse à minha disposição para a realização do projeto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314328" y="0"/>
              <a:ext cx="5365980" cy="941219"/>
              <a:chOff x="0" y="0"/>
              <a:chExt cx="1217467" cy="21355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217466" cy="213550"/>
              </a:xfrm>
              <a:custGeom>
                <a:avLst/>
                <a:gdLst/>
                <a:ahLst/>
                <a:cxnLst/>
                <a:rect r="r" b="b" t="t" l="l"/>
                <a:pathLst>
                  <a:path h="213550" w="1217466">
                    <a:moveTo>
                      <a:pt x="0" y="0"/>
                    </a:moveTo>
                    <a:lnTo>
                      <a:pt x="1217466" y="0"/>
                    </a:lnTo>
                    <a:lnTo>
                      <a:pt x="1217466" y="213550"/>
                    </a:lnTo>
                    <a:lnTo>
                      <a:pt x="0" y="213550"/>
                    </a:lnTo>
                    <a:close/>
                  </a:path>
                </a:pathLst>
              </a:custGeom>
              <a:solidFill>
                <a:srgbClr val="631C1B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217467" cy="251650"/>
              </a:xfrm>
              <a:prstGeom prst="rect">
                <a:avLst/>
              </a:prstGeom>
            </p:spPr>
            <p:txBody>
              <a:bodyPr anchor="ctr" rtlCol="false" tIns="44227" lIns="44227" bIns="44227" rIns="44227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95647" y="92052"/>
              <a:ext cx="5403340" cy="7122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72"/>
                </a:lnSpc>
                <a:spcBef>
                  <a:spcPct val="0"/>
                </a:spcBef>
              </a:pPr>
              <a:r>
                <a:rPr lang="en-US" sz="2908">
                  <a:solidFill>
                    <a:srgbClr val="FDF5CC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Conexão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75132" y="1599482"/>
            <a:ext cx="3110805" cy="1184249"/>
          </a:xfrm>
          <a:custGeom>
            <a:avLst/>
            <a:gdLst/>
            <a:ahLst/>
            <a:cxnLst/>
            <a:rect r="r" b="b" t="t" l="l"/>
            <a:pathLst>
              <a:path h="1184249" w="3110805">
                <a:moveTo>
                  <a:pt x="0" y="0"/>
                </a:moveTo>
                <a:lnTo>
                  <a:pt x="3110806" y="0"/>
                </a:lnTo>
                <a:lnTo>
                  <a:pt x="3110806" y="1184250"/>
                </a:lnTo>
                <a:lnTo>
                  <a:pt x="0" y="1184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24954" t="0" r="-589790" b="-80872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903759" y="2644652"/>
            <a:ext cx="622244" cy="563909"/>
          </a:xfrm>
          <a:custGeom>
            <a:avLst/>
            <a:gdLst/>
            <a:ahLst/>
            <a:cxnLst/>
            <a:rect r="r" b="b" t="t" l="l"/>
            <a:pathLst>
              <a:path h="563909" w="622244">
                <a:moveTo>
                  <a:pt x="0" y="0"/>
                </a:moveTo>
                <a:lnTo>
                  <a:pt x="622244" y="0"/>
                </a:lnTo>
                <a:lnTo>
                  <a:pt x="622244" y="563909"/>
                </a:lnTo>
                <a:lnTo>
                  <a:pt x="0" y="5639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95437" t="-166791" r="-269626" b="-892575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false" rot="0">
            <a:off x="14502062" y="1599482"/>
            <a:ext cx="3110805" cy="1184249"/>
          </a:xfrm>
          <a:custGeom>
            <a:avLst/>
            <a:gdLst/>
            <a:ahLst/>
            <a:cxnLst/>
            <a:rect r="r" b="b" t="t" l="l"/>
            <a:pathLst>
              <a:path h="1184249" w="3110805">
                <a:moveTo>
                  <a:pt x="3110806" y="0"/>
                </a:moveTo>
                <a:lnTo>
                  <a:pt x="0" y="0"/>
                </a:lnTo>
                <a:lnTo>
                  <a:pt x="0" y="1184250"/>
                </a:lnTo>
                <a:lnTo>
                  <a:pt x="3110806" y="1184250"/>
                </a:lnTo>
                <a:lnTo>
                  <a:pt x="31108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24954" t="0" r="-589790" b="-80872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15761997" y="2644652"/>
            <a:ext cx="622244" cy="563909"/>
          </a:xfrm>
          <a:custGeom>
            <a:avLst/>
            <a:gdLst/>
            <a:ahLst/>
            <a:cxnLst/>
            <a:rect r="r" b="b" t="t" l="l"/>
            <a:pathLst>
              <a:path h="563909" w="622244">
                <a:moveTo>
                  <a:pt x="622244" y="0"/>
                </a:moveTo>
                <a:lnTo>
                  <a:pt x="0" y="0"/>
                </a:lnTo>
                <a:lnTo>
                  <a:pt x="0" y="563909"/>
                </a:lnTo>
                <a:lnTo>
                  <a:pt x="622244" y="563909"/>
                </a:lnTo>
                <a:lnTo>
                  <a:pt x="62224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95437" t="-166791" r="-269626" b="-892575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6680332" y="3208561"/>
            <a:ext cx="3110805" cy="1184249"/>
          </a:xfrm>
          <a:custGeom>
            <a:avLst/>
            <a:gdLst/>
            <a:ahLst/>
            <a:cxnLst/>
            <a:rect r="r" b="b" t="t" l="l"/>
            <a:pathLst>
              <a:path h="1184249" w="3110805">
                <a:moveTo>
                  <a:pt x="0" y="0"/>
                </a:moveTo>
                <a:lnTo>
                  <a:pt x="3110805" y="0"/>
                </a:lnTo>
                <a:lnTo>
                  <a:pt x="3110805" y="1184249"/>
                </a:lnTo>
                <a:lnTo>
                  <a:pt x="0" y="11842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24954" t="0" r="-589790" b="-80872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false" rot="0">
            <a:off x="-1483272" y="3208561"/>
            <a:ext cx="3110805" cy="1184249"/>
          </a:xfrm>
          <a:custGeom>
            <a:avLst/>
            <a:gdLst/>
            <a:ahLst/>
            <a:cxnLst/>
            <a:rect r="r" b="b" t="t" l="l"/>
            <a:pathLst>
              <a:path h="1184249" w="3110805">
                <a:moveTo>
                  <a:pt x="3110806" y="0"/>
                </a:moveTo>
                <a:lnTo>
                  <a:pt x="0" y="0"/>
                </a:lnTo>
                <a:lnTo>
                  <a:pt x="0" y="1184249"/>
                </a:lnTo>
                <a:lnTo>
                  <a:pt x="3110806" y="1184249"/>
                </a:lnTo>
                <a:lnTo>
                  <a:pt x="31108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24954" t="0" r="-589790" b="-80872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16170" y="6643414"/>
            <a:ext cx="691374" cy="626557"/>
          </a:xfrm>
          <a:custGeom>
            <a:avLst/>
            <a:gdLst/>
            <a:ahLst/>
            <a:cxnLst/>
            <a:rect r="r" b="b" t="t" l="l"/>
            <a:pathLst>
              <a:path h="626557" w="691374">
                <a:moveTo>
                  <a:pt x="0" y="0"/>
                </a:moveTo>
                <a:lnTo>
                  <a:pt x="691373" y="0"/>
                </a:lnTo>
                <a:lnTo>
                  <a:pt x="691373" y="626558"/>
                </a:lnTo>
                <a:lnTo>
                  <a:pt x="0" y="626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95437" t="-166791" r="-269626" b="-892575"/>
            </a:stretch>
          </a:blipFill>
        </p:spPr>
      </p:sp>
      <p:sp>
        <p:nvSpPr>
          <p:cNvPr name="Freeform 28" id="28"/>
          <p:cNvSpPr/>
          <p:nvPr/>
        </p:nvSpPr>
        <p:spPr>
          <a:xfrm flipH="true" flipV="false" rot="0">
            <a:off x="17280457" y="6643414"/>
            <a:ext cx="691374" cy="626557"/>
          </a:xfrm>
          <a:custGeom>
            <a:avLst/>
            <a:gdLst/>
            <a:ahLst/>
            <a:cxnLst/>
            <a:rect r="r" b="b" t="t" l="l"/>
            <a:pathLst>
              <a:path h="626557" w="691374">
                <a:moveTo>
                  <a:pt x="691373" y="0"/>
                </a:moveTo>
                <a:lnTo>
                  <a:pt x="0" y="0"/>
                </a:lnTo>
                <a:lnTo>
                  <a:pt x="0" y="626558"/>
                </a:lnTo>
                <a:lnTo>
                  <a:pt x="691373" y="626558"/>
                </a:lnTo>
                <a:lnTo>
                  <a:pt x="69137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95437" t="-166791" r="-269626" b="-892575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627534" y="4608229"/>
            <a:ext cx="4385533" cy="3245386"/>
            <a:chOff x="0" y="0"/>
            <a:chExt cx="5847377" cy="4327181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1249194"/>
              <a:ext cx="5847377" cy="307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5"/>
                </a:lnSpc>
                <a:spcBef>
                  <a:spcPct val="0"/>
                </a:spcBef>
              </a:pPr>
              <a:r>
                <a:rPr lang="en-US" sz="2575">
                  <a:solidFill>
                    <a:srgbClr val="FDF5CC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Fui atrás de aprender e entender diversos assuntos que não tinha total domínio, para que eu pudesse concretizar o projeto</a:t>
              </a:r>
            </a:p>
          </p:txBody>
        </p:sp>
        <p:grpSp>
          <p:nvGrpSpPr>
            <p:cNvPr name="Group 31" id="31"/>
            <p:cNvGrpSpPr/>
            <p:nvPr/>
          </p:nvGrpSpPr>
          <p:grpSpPr>
            <a:xfrm rot="0">
              <a:off x="306606" y="0"/>
              <a:ext cx="5234165" cy="941219"/>
              <a:chOff x="0" y="0"/>
              <a:chExt cx="1187560" cy="21355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187559" cy="213550"/>
              </a:xfrm>
              <a:custGeom>
                <a:avLst/>
                <a:gdLst/>
                <a:ahLst/>
                <a:cxnLst/>
                <a:rect r="r" b="b" t="t" l="l"/>
                <a:pathLst>
                  <a:path h="213550" w="1187559">
                    <a:moveTo>
                      <a:pt x="0" y="0"/>
                    </a:moveTo>
                    <a:lnTo>
                      <a:pt x="1187559" y="0"/>
                    </a:lnTo>
                    <a:lnTo>
                      <a:pt x="1187559" y="213550"/>
                    </a:lnTo>
                    <a:lnTo>
                      <a:pt x="0" y="213550"/>
                    </a:lnTo>
                    <a:close/>
                  </a:path>
                </a:pathLst>
              </a:custGeom>
              <a:solidFill>
                <a:srgbClr val="631C1B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187560" cy="251650"/>
              </a:xfrm>
              <a:prstGeom prst="rect">
                <a:avLst/>
              </a:prstGeom>
            </p:spPr>
            <p:txBody>
              <a:bodyPr anchor="ctr" rtlCol="false" tIns="44227" lIns="44227" bIns="44227" rIns="44227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288385" y="92052"/>
              <a:ext cx="5270607" cy="7122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72"/>
                </a:lnSpc>
                <a:spcBef>
                  <a:spcPct val="0"/>
                </a:spcBef>
              </a:pPr>
              <a:r>
                <a:rPr lang="en-US" sz="2908">
                  <a:solidFill>
                    <a:srgbClr val="FDF5CC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Iniciativa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31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70255" y="-1254223"/>
            <a:ext cx="24985436" cy="14910774"/>
            <a:chOff x="0" y="0"/>
            <a:chExt cx="33313915" cy="19881032"/>
          </a:xfrm>
        </p:grpSpPr>
        <p:sp>
          <p:nvSpPr>
            <p:cNvPr name="Freeform 3" id="3"/>
            <p:cNvSpPr/>
            <p:nvPr/>
          </p:nvSpPr>
          <p:spPr>
            <a:xfrm flipH="false" flipV="false" rot="658845">
              <a:off x="16279435" y="5014688"/>
              <a:ext cx="15896580" cy="13475721"/>
            </a:xfrm>
            <a:custGeom>
              <a:avLst/>
              <a:gdLst/>
              <a:ahLst/>
              <a:cxnLst/>
              <a:rect r="r" b="b" t="t" l="l"/>
              <a:pathLst>
                <a:path h="13475721" w="15896580">
                  <a:moveTo>
                    <a:pt x="0" y="0"/>
                  </a:moveTo>
                  <a:lnTo>
                    <a:pt x="15896580" y="0"/>
                  </a:lnTo>
                  <a:lnTo>
                    <a:pt x="15896580" y="13475720"/>
                  </a:lnTo>
                  <a:lnTo>
                    <a:pt x="0" y="13475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09725" t="-12905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658845">
              <a:off x="1176955" y="1559362"/>
              <a:ext cx="17724606" cy="14061498"/>
            </a:xfrm>
            <a:custGeom>
              <a:avLst/>
              <a:gdLst/>
              <a:ahLst/>
              <a:cxnLst/>
              <a:rect r="r" b="b" t="t" l="l"/>
              <a:pathLst>
                <a:path h="14061498" w="17724606">
                  <a:moveTo>
                    <a:pt x="0" y="0"/>
                  </a:moveTo>
                  <a:lnTo>
                    <a:pt x="17724606" y="0"/>
                  </a:lnTo>
                  <a:lnTo>
                    <a:pt x="17724606" y="14061498"/>
                  </a:lnTo>
                  <a:lnTo>
                    <a:pt x="0" y="14061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8202" r="-88095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801766">
            <a:off x="6501474" y="1988011"/>
            <a:ext cx="312833" cy="214198"/>
            <a:chOff x="0" y="0"/>
            <a:chExt cx="539005" cy="3690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9005" cy="369060"/>
            </a:xfrm>
            <a:custGeom>
              <a:avLst/>
              <a:gdLst/>
              <a:ahLst/>
              <a:cxnLst/>
              <a:rect r="r" b="b" t="t" l="l"/>
              <a:pathLst>
                <a:path h="369060" w="539005">
                  <a:moveTo>
                    <a:pt x="269503" y="0"/>
                  </a:moveTo>
                  <a:cubicBezTo>
                    <a:pt x="120660" y="0"/>
                    <a:pt x="0" y="82617"/>
                    <a:pt x="0" y="184530"/>
                  </a:cubicBezTo>
                  <a:cubicBezTo>
                    <a:pt x="0" y="286443"/>
                    <a:pt x="120660" y="369060"/>
                    <a:pt x="269503" y="369060"/>
                  </a:cubicBezTo>
                  <a:cubicBezTo>
                    <a:pt x="418345" y="369060"/>
                    <a:pt x="539005" y="286443"/>
                    <a:pt x="539005" y="184530"/>
                  </a:cubicBezTo>
                  <a:cubicBezTo>
                    <a:pt x="539005" y="82617"/>
                    <a:pt x="418345" y="0"/>
                    <a:pt x="269503" y="0"/>
                  </a:cubicBezTo>
                  <a:close/>
                </a:path>
              </a:pathLst>
            </a:custGeom>
            <a:solidFill>
              <a:srgbClr val="191A1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50532" y="-3501"/>
              <a:ext cx="437942" cy="337961"/>
            </a:xfrm>
            <a:prstGeom prst="rect">
              <a:avLst/>
            </a:prstGeom>
          </p:spPr>
          <p:txBody>
            <a:bodyPr anchor="ctr" rtlCol="false" tIns="57710" lIns="57710" bIns="57710" rIns="5771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316684" y="-2095739"/>
            <a:ext cx="13382103" cy="14478477"/>
            <a:chOff x="0" y="0"/>
            <a:chExt cx="17842804" cy="1930463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1907417" y="2472605"/>
              <a:ext cx="15935387" cy="14359425"/>
              <a:chOff x="0" y="0"/>
              <a:chExt cx="3147731" cy="283643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147731" cy="2836430"/>
              </a:xfrm>
              <a:custGeom>
                <a:avLst/>
                <a:gdLst/>
                <a:ahLst/>
                <a:cxnLst/>
                <a:rect r="r" b="b" t="t" l="l"/>
                <a:pathLst>
                  <a:path h="2836430" w="3147731">
                    <a:moveTo>
                      <a:pt x="0" y="0"/>
                    </a:moveTo>
                    <a:lnTo>
                      <a:pt x="3147731" y="0"/>
                    </a:lnTo>
                    <a:lnTo>
                      <a:pt x="3147731" y="2836430"/>
                    </a:lnTo>
                    <a:lnTo>
                      <a:pt x="0" y="2836430"/>
                    </a:lnTo>
                    <a:close/>
                  </a:path>
                </a:pathLst>
              </a:custGeom>
              <a:solidFill>
                <a:srgbClr val="191A1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3147731" cy="28745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5400000">
              <a:off x="-6949669" y="6949669"/>
              <a:ext cx="19304636" cy="5405298"/>
            </a:xfrm>
            <a:custGeom>
              <a:avLst/>
              <a:gdLst/>
              <a:ahLst/>
              <a:cxnLst/>
              <a:rect r="r" b="b" t="t" l="l"/>
              <a:pathLst>
                <a:path h="5405298" w="19304636">
                  <a:moveTo>
                    <a:pt x="0" y="0"/>
                  </a:moveTo>
                  <a:lnTo>
                    <a:pt x="19304636" y="0"/>
                  </a:lnTo>
                  <a:lnTo>
                    <a:pt x="19304636" y="5405298"/>
                  </a:lnTo>
                  <a:lnTo>
                    <a:pt x="0" y="5405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4148604" y="262424"/>
            <a:ext cx="3110805" cy="1184249"/>
          </a:xfrm>
          <a:custGeom>
            <a:avLst/>
            <a:gdLst/>
            <a:ahLst/>
            <a:cxnLst/>
            <a:rect r="r" b="b" t="t" l="l"/>
            <a:pathLst>
              <a:path h="1184249" w="3110805">
                <a:moveTo>
                  <a:pt x="0" y="0"/>
                </a:moveTo>
                <a:lnTo>
                  <a:pt x="3110805" y="0"/>
                </a:lnTo>
                <a:lnTo>
                  <a:pt x="3110805" y="1184250"/>
                </a:lnTo>
                <a:lnTo>
                  <a:pt x="0" y="1184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24954" t="0" r="-589790" b="-80872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04836" y="2811098"/>
            <a:ext cx="622244" cy="563909"/>
          </a:xfrm>
          <a:custGeom>
            <a:avLst/>
            <a:gdLst/>
            <a:ahLst/>
            <a:cxnLst/>
            <a:rect r="r" b="b" t="t" l="l"/>
            <a:pathLst>
              <a:path h="563909" w="622244">
                <a:moveTo>
                  <a:pt x="0" y="0"/>
                </a:moveTo>
                <a:lnTo>
                  <a:pt x="622244" y="0"/>
                </a:lnTo>
                <a:lnTo>
                  <a:pt x="622244" y="563908"/>
                </a:lnTo>
                <a:lnTo>
                  <a:pt x="0" y="5639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95437" t="-166791" r="-269626" b="-892575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830569" y="220422"/>
            <a:ext cx="891893" cy="808278"/>
          </a:xfrm>
          <a:custGeom>
            <a:avLst/>
            <a:gdLst/>
            <a:ahLst/>
            <a:cxnLst/>
            <a:rect r="r" b="b" t="t" l="l"/>
            <a:pathLst>
              <a:path h="808278" w="891893">
                <a:moveTo>
                  <a:pt x="0" y="0"/>
                </a:moveTo>
                <a:lnTo>
                  <a:pt x="891894" y="0"/>
                </a:lnTo>
                <a:lnTo>
                  <a:pt x="891894" y="808278"/>
                </a:lnTo>
                <a:lnTo>
                  <a:pt x="0" y="8082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95437" t="-166791" r="-269626" b="-892575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538441" y="714309"/>
            <a:ext cx="10498134" cy="124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53"/>
              </a:lnSpc>
              <a:spcBef>
                <a:spcPct val="0"/>
              </a:spcBef>
            </a:pPr>
            <a:r>
              <a:rPr lang="en-US" sz="7038">
                <a:solidFill>
                  <a:srgbClr val="EA872F"/>
                </a:solidFill>
                <a:latin typeface="GFS Theokritos"/>
                <a:ea typeface="GFS Theokritos"/>
                <a:cs typeface="GFS Theokritos"/>
                <a:sym typeface="GFS Theokritos"/>
              </a:rPr>
              <a:t>Principais desafios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29552" y="2902552"/>
            <a:ext cx="8916674" cy="5802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5888" indent="-437944" lvl="1">
              <a:lnSpc>
                <a:spcPts val="5679"/>
              </a:lnSpc>
              <a:buFont typeface="Arial"/>
              <a:buChar char="•"/>
            </a:pPr>
            <a:r>
              <a:rPr lang="en-US" sz="4056">
                <a:solidFill>
                  <a:srgbClr val="FDF5CC"/>
                </a:solidFill>
                <a:latin typeface="Cooper Hewitt"/>
                <a:ea typeface="Cooper Hewitt"/>
                <a:cs typeface="Cooper Hewitt"/>
                <a:sym typeface="Cooper Hewitt"/>
              </a:rPr>
              <a:t>Idealização e desenvolvimento técnico do projeto</a:t>
            </a:r>
          </a:p>
          <a:p>
            <a:pPr algn="l" marL="875888" indent="-437944" lvl="1">
              <a:lnSpc>
                <a:spcPts val="5679"/>
              </a:lnSpc>
              <a:buFont typeface="Arial"/>
              <a:buChar char="•"/>
            </a:pPr>
            <a:r>
              <a:rPr lang="en-US" sz="4056">
                <a:solidFill>
                  <a:srgbClr val="FDF5CC"/>
                </a:solidFill>
                <a:latin typeface="Cooper Hewitt"/>
                <a:ea typeface="Cooper Hewitt"/>
                <a:cs typeface="Cooper Hewitt"/>
                <a:sym typeface="Cooper Hewitt"/>
              </a:rPr>
              <a:t>Aprender e entender o</a:t>
            </a:r>
            <a:r>
              <a:rPr lang="en-US" sz="4056">
                <a:solidFill>
                  <a:srgbClr val="FDF5CC"/>
                </a:solidFill>
                <a:latin typeface="Cooper Hewitt"/>
                <a:ea typeface="Cooper Hewitt"/>
                <a:cs typeface="Cooper Hewitt"/>
                <a:sym typeface="Cooper Hewitt"/>
              </a:rPr>
              <a:t> necessário para a utilização da API Web Data Viz</a:t>
            </a:r>
          </a:p>
          <a:p>
            <a:pPr algn="l" marL="875888" indent="-437944" lvl="1">
              <a:lnSpc>
                <a:spcPts val="5679"/>
              </a:lnSpc>
              <a:buFont typeface="Arial"/>
              <a:buChar char="•"/>
            </a:pPr>
            <a:r>
              <a:rPr lang="en-US" sz="4056">
                <a:solidFill>
                  <a:srgbClr val="FDF5CC"/>
                </a:solidFill>
                <a:latin typeface="Cooper Hewitt"/>
                <a:ea typeface="Cooper Hewitt"/>
                <a:cs typeface="Cooper Hewitt"/>
                <a:sym typeface="Cooper Hewitt"/>
              </a:rPr>
              <a:t>Estilização do Site</a:t>
            </a:r>
          </a:p>
          <a:p>
            <a:pPr algn="l" marL="875888" indent="-437944" lvl="1">
              <a:lnSpc>
                <a:spcPts val="5679"/>
              </a:lnSpc>
              <a:buFont typeface="Arial"/>
              <a:buChar char="•"/>
            </a:pPr>
            <a:r>
              <a:rPr lang="en-US" sz="4056">
                <a:solidFill>
                  <a:srgbClr val="FDF5CC"/>
                </a:solidFill>
                <a:latin typeface="Cooper Hewitt"/>
                <a:ea typeface="Cooper Hewitt"/>
                <a:cs typeface="Cooper Hewitt"/>
                <a:sym typeface="Cooper Hewitt"/>
              </a:rPr>
              <a:t>D</a:t>
            </a:r>
            <a:r>
              <a:rPr lang="en-US" sz="4056">
                <a:solidFill>
                  <a:srgbClr val="FDF5CC"/>
                </a:solidFill>
                <a:latin typeface="Cooper Hewitt"/>
                <a:ea typeface="Cooper Hewitt"/>
                <a:cs typeface="Cooper Hewitt"/>
                <a:sym typeface="Cooper Hewitt"/>
              </a:rPr>
              <a:t>esenvolvimento técnico pessoal</a:t>
            </a:r>
          </a:p>
          <a:p>
            <a:pPr algn="l">
              <a:lnSpc>
                <a:spcPts val="567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cover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31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70255" y="-1254223"/>
            <a:ext cx="24985436" cy="14910774"/>
            <a:chOff x="0" y="0"/>
            <a:chExt cx="33313915" cy="19881032"/>
          </a:xfrm>
        </p:grpSpPr>
        <p:sp>
          <p:nvSpPr>
            <p:cNvPr name="Freeform 3" id="3"/>
            <p:cNvSpPr/>
            <p:nvPr/>
          </p:nvSpPr>
          <p:spPr>
            <a:xfrm flipH="false" flipV="false" rot="658845">
              <a:off x="16279435" y="5014688"/>
              <a:ext cx="15896580" cy="13475721"/>
            </a:xfrm>
            <a:custGeom>
              <a:avLst/>
              <a:gdLst/>
              <a:ahLst/>
              <a:cxnLst/>
              <a:rect r="r" b="b" t="t" l="l"/>
              <a:pathLst>
                <a:path h="13475721" w="15896580">
                  <a:moveTo>
                    <a:pt x="0" y="0"/>
                  </a:moveTo>
                  <a:lnTo>
                    <a:pt x="15896580" y="0"/>
                  </a:lnTo>
                  <a:lnTo>
                    <a:pt x="15896580" y="13475720"/>
                  </a:lnTo>
                  <a:lnTo>
                    <a:pt x="0" y="13475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09725" t="-12905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658845">
              <a:off x="1176955" y="1559362"/>
              <a:ext cx="17724606" cy="14061498"/>
            </a:xfrm>
            <a:custGeom>
              <a:avLst/>
              <a:gdLst/>
              <a:ahLst/>
              <a:cxnLst/>
              <a:rect r="r" b="b" t="t" l="l"/>
              <a:pathLst>
                <a:path h="14061498" w="17724606">
                  <a:moveTo>
                    <a:pt x="0" y="0"/>
                  </a:moveTo>
                  <a:lnTo>
                    <a:pt x="17724606" y="0"/>
                  </a:lnTo>
                  <a:lnTo>
                    <a:pt x="17724606" y="14061498"/>
                  </a:lnTo>
                  <a:lnTo>
                    <a:pt x="0" y="14061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8202" r="-88095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801766">
            <a:off x="6501474" y="1988011"/>
            <a:ext cx="312833" cy="214198"/>
            <a:chOff x="0" y="0"/>
            <a:chExt cx="539005" cy="3690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9005" cy="369060"/>
            </a:xfrm>
            <a:custGeom>
              <a:avLst/>
              <a:gdLst/>
              <a:ahLst/>
              <a:cxnLst/>
              <a:rect r="r" b="b" t="t" l="l"/>
              <a:pathLst>
                <a:path h="369060" w="539005">
                  <a:moveTo>
                    <a:pt x="269503" y="0"/>
                  </a:moveTo>
                  <a:cubicBezTo>
                    <a:pt x="120660" y="0"/>
                    <a:pt x="0" y="82617"/>
                    <a:pt x="0" y="184530"/>
                  </a:cubicBezTo>
                  <a:cubicBezTo>
                    <a:pt x="0" y="286443"/>
                    <a:pt x="120660" y="369060"/>
                    <a:pt x="269503" y="369060"/>
                  </a:cubicBezTo>
                  <a:cubicBezTo>
                    <a:pt x="418345" y="369060"/>
                    <a:pt x="539005" y="286443"/>
                    <a:pt x="539005" y="184530"/>
                  </a:cubicBezTo>
                  <a:cubicBezTo>
                    <a:pt x="539005" y="82617"/>
                    <a:pt x="418345" y="0"/>
                    <a:pt x="269503" y="0"/>
                  </a:cubicBezTo>
                  <a:close/>
                </a:path>
              </a:pathLst>
            </a:custGeom>
            <a:solidFill>
              <a:srgbClr val="191A1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50532" y="-3501"/>
              <a:ext cx="437942" cy="337961"/>
            </a:xfrm>
            <a:prstGeom prst="rect">
              <a:avLst/>
            </a:prstGeom>
          </p:spPr>
          <p:txBody>
            <a:bodyPr anchor="ctr" rtlCol="false" tIns="57710" lIns="57710" bIns="57710" rIns="5771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316684" y="-2095739"/>
            <a:ext cx="13382103" cy="14478477"/>
            <a:chOff x="0" y="0"/>
            <a:chExt cx="17842804" cy="1930463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1907417" y="2472605"/>
              <a:ext cx="15935387" cy="14359425"/>
              <a:chOff x="0" y="0"/>
              <a:chExt cx="3147731" cy="283643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147731" cy="2836430"/>
              </a:xfrm>
              <a:custGeom>
                <a:avLst/>
                <a:gdLst/>
                <a:ahLst/>
                <a:cxnLst/>
                <a:rect r="r" b="b" t="t" l="l"/>
                <a:pathLst>
                  <a:path h="2836430" w="3147731">
                    <a:moveTo>
                      <a:pt x="0" y="0"/>
                    </a:moveTo>
                    <a:lnTo>
                      <a:pt x="3147731" y="0"/>
                    </a:lnTo>
                    <a:lnTo>
                      <a:pt x="3147731" y="2836430"/>
                    </a:lnTo>
                    <a:lnTo>
                      <a:pt x="0" y="2836430"/>
                    </a:lnTo>
                    <a:close/>
                  </a:path>
                </a:pathLst>
              </a:custGeom>
              <a:solidFill>
                <a:srgbClr val="191A1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3147731" cy="28745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5400000">
              <a:off x="-6949669" y="6949669"/>
              <a:ext cx="19304636" cy="5405298"/>
            </a:xfrm>
            <a:custGeom>
              <a:avLst/>
              <a:gdLst/>
              <a:ahLst/>
              <a:cxnLst/>
              <a:rect r="r" b="b" t="t" l="l"/>
              <a:pathLst>
                <a:path h="5405298" w="19304636">
                  <a:moveTo>
                    <a:pt x="0" y="0"/>
                  </a:moveTo>
                  <a:lnTo>
                    <a:pt x="19304636" y="0"/>
                  </a:lnTo>
                  <a:lnTo>
                    <a:pt x="19304636" y="5405298"/>
                  </a:lnTo>
                  <a:lnTo>
                    <a:pt x="0" y="5405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4148604" y="262424"/>
            <a:ext cx="3110805" cy="1184249"/>
          </a:xfrm>
          <a:custGeom>
            <a:avLst/>
            <a:gdLst/>
            <a:ahLst/>
            <a:cxnLst/>
            <a:rect r="r" b="b" t="t" l="l"/>
            <a:pathLst>
              <a:path h="1184249" w="3110805">
                <a:moveTo>
                  <a:pt x="0" y="0"/>
                </a:moveTo>
                <a:lnTo>
                  <a:pt x="3110805" y="0"/>
                </a:lnTo>
                <a:lnTo>
                  <a:pt x="3110805" y="1184250"/>
                </a:lnTo>
                <a:lnTo>
                  <a:pt x="0" y="1184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24954" t="0" r="-589790" b="-80872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04836" y="2811098"/>
            <a:ext cx="622244" cy="563909"/>
          </a:xfrm>
          <a:custGeom>
            <a:avLst/>
            <a:gdLst/>
            <a:ahLst/>
            <a:cxnLst/>
            <a:rect r="r" b="b" t="t" l="l"/>
            <a:pathLst>
              <a:path h="563909" w="622244">
                <a:moveTo>
                  <a:pt x="0" y="0"/>
                </a:moveTo>
                <a:lnTo>
                  <a:pt x="622244" y="0"/>
                </a:lnTo>
                <a:lnTo>
                  <a:pt x="622244" y="563908"/>
                </a:lnTo>
                <a:lnTo>
                  <a:pt x="0" y="5639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95437" t="-166791" r="-269626" b="-892575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830569" y="220422"/>
            <a:ext cx="891893" cy="808278"/>
          </a:xfrm>
          <a:custGeom>
            <a:avLst/>
            <a:gdLst/>
            <a:ahLst/>
            <a:cxnLst/>
            <a:rect r="r" b="b" t="t" l="l"/>
            <a:pathLst>
              <a:path h="808278" w="891893">
                <a:moveTo>
                  <a:pt x="0" y="0"/>
                </a:moveTo>
                <a:lnTo>
                  <a:pt x="891894" y="0"/>
                </a:lnTo>
                <a:lnTo>
                  <a:pt x="891894" y="808278"/>
                </a:lnTo>
                <a:lnTo>
                  <a:pt x="0" y="8082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95437" t="-166791" r="-269626" b="-892575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604349" y="129074"/>
            <a:ext cx="8683651" cy="277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33"/>
              </a:lnSpc>
              <a:spcBef>
                <a:spcPct val="0"/>
              </a:spcBef>
            </a:pPr>
            <a:r>
              <a:rPr lang="en-US" sz="5238">
                <a:solidFill>
                  <a:srgbClr val="EA872F"/>
                </a:solidFill>
                <a:latin typeface="GFS Theokritos"/>
                <a:ea typeface="GFS Theokritos"/>
                <a:cs typeface="GFS Theokritos"/>
                <a:sym typeface="GFS Theokritos"/>
              </a:rPr>
              <a:t>ODS - Objetivo de Desenvolvimento Sustentável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4400577"/>
            <a:ext cx="8916674" cy="223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5888" indent="-437944" lvl="1">
              <a:lnSpc>
                <a:spcPts val="5679"/>
              </a:lnSpc>
              <a:spcBef>
                <a:spcPct val="0"/>
              </a:spcBef>
              <a:buFont typeface="Arial"/>
              <a:buChar char="•"/>
            </a:pPr>
            <a:r>
              <a:rPr lang="en-US" sz="4056">
                <a:solidFill>
                  <a:srgbClr val="FDF5CC"/>
                </a:solidFill>
                <a:latin typeface="Cooper Hewitt"/>
                <a:ea typeface="Cooper Hewitt"/>
                <a:cs typeface="Cooper Hewitt"/>
                <a:sym typeface="Cooper Hewitt"/>
              </a:rPr>
              <a:t>Diretamente conectado à ODS 3 Saúde e Bem-estar, e ODS 4 - Educação de Qualidade</a:t>
            </a:r>
          </a:p>
        </p:txBody>
      </p:sp>
    </p:spTree>
  </p:cSld>
  <p:clrMapOvr>
    <a:masterClrMapping/>
  </p:clrMapOvr>
  <p:transition spd="slow">
    <p:cover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31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7168" y="-3594548"/>
            <a:ext cx="8115300" cy="11037568"/>
            <a:chOff x="0" y="0"/>
            <a:chExt cx="10820400" cy="14716757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-3283676" y="3283676"/>
              <a:ext cx="14716757" cy="8149404"/>
            </a:xfrm>
            <a:custGeom>
              <a:avLst/>
              <a:gdLst/>
              <a:ahLst/>
              <a:cxnLst/>
              <a:rect r="r" b="b" t="t" l="l"/>
              <a:pathLst>
                <a:path h="8149404" w="14716757">
                  <a:moveTo>
                    <a:pt x="0" y="0"/>
                  </a:moveTo>
                  <a:lnTo>
                    <a:pt x="14716757" y="0"/>
                  </a:lnTo>
                  <a:lnTo>
                    <a:pt x="14716757" y="8149405"/>
                  </a:lnTo>
                  <a:lnTo>
                    <a:pt x="0" y="8149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-612681" y="3283676"/>
              <a:ext cx="14716757" cy="8149404"/>
            </a:xfrm>
            <a:custGeom>
              <a:avLst/>
              <a:gdLst/>
              <a:ahLst/>
              <a:cxnLst/>
              <a:rect r="r" b="b" t="t" l="l"/>
              <a:pathLst>
                <a:path h="8149404" w="14716757">
                  <a:moveTo>
                    <a:pt x="0" y="0"/>
                  </a:moveTo>
                  <a:lnTo>
                    <a:pt x="14716757" y="0"/>
                  </a:lnTo>
                  <a:lnTo>
                    <a:pt x="14716757" y="8149405"/>
                  </a:lnTo>
                  <a:lnTo>
                    <a:pt x="0" y="8149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024961" y="2397189"/>
            <a:ext cx="5659715" cy="3898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77"/>
              </a:lnSpc>
              <a:spcBef>
                <a:spcPct val="0"/>
              </a:spcBef>
            </a:pPr>
            <a:r>
              <a:rPr lang="en-US" sz="3626">
                <a:solidFill>
                  <a:srgbClr val="FDF5CC"/>
                </a:solidFill>
                <a:latin typeface="Cooper Hewitt"/>
                <a:ea typeface="Cooper Hewitt"/>
                <a:cs typeface="Cooper Hewitt"/>
                <a:sym typeface="Cooper Hewitt"/>
              </a:rPr>
              <a:t>Conseguir reproduzir o que foi idealizado em tão pouco tempo, conseguir estruturar, e estilizar o site da maneira na qual imaginei desde o início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9670" y="8327"/>
            <a:ext cx="6496098" cy="25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EA872F"/>
                </a:solidFill>
                <a:latin typeface="GFS Theokritos"/>
                <a:ea typeface="GFS Theokritos"/>
                <a:cs typeface="GFS Theokritos"/>
                <a:sym typeface="GFS Theokritos"/>
              </a:rPr>
              <a:t>Superação e Conclusão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58235" y="1695636"/>
            <a:ext cx="3110805" cy="1184249"/>
          </a:xfrm>
          <a:custGeom>
            <a:avLst/>
            <a:gdLst/>
            <a:ahLst/>
            <a:cxnLst/>
            <a:rect r="r" b="b" t="t" l="l"/>
            <a:pathLst>
              <a:path h="1184249" w="3110805">
                <a:moveTo>
                  <a:pt x="0" y="0"/>
                </a:moveTo>
                <a:lnTo>
                  <a:pt x="3110805" y="0"/>
                </a:lnTo>
                <a:lnTo>
                  <a:pt x="3110805" y="1184249"/>
                </a:lnTo>
                <a:lnTo>
                  <a:pt x="0" y="11842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24954" t="0" r="-589790" b="-80872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2717" y="1131727"/>
            <a:ext cx="622244" cy="563909"/>
          </a:xfrm>
          <a:custGeom>
            <a:avLst/>
            <a:gdLst/>
            <a:ahLst/>
            <a:cxnLst/>
            <a:rect r="r" b="b" t="t" l="l"/>
            <a:pathLst>
              <a:path h="563909" w="622244">
                <a:moveTo>
                  <a:pt x="0" y="0"/>
                </a:moveTo>
                <a:lnTo>
                  <a:pt x="622244" y="0"/>
                </a:lnTo>
                <a:lnTo>
                  <a:pt x="622244" y="563909"/>
                </a:lnTo>
                <a:lnTo>
                  <a:pt x="0" y="5639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95437" t="-166791" r="-269626" b="-89257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259300" y="6711424"/>
            <a:ext cx="807278" cy="731596"/>
          </a:xfrm>
          <a:custGeom>
            <a:avLst/>
            <a:gdLst/>
            <a:ahLst/>
            <a:cxnLst/>
            <a:rect r="r" b="b" t="t" l="l"/>
            <a:pathLst>
              <a:path h="731596" w="807278">
                <a:moveTo>
                  <a:pt x="0" y="0"/>
                </a:moveTo>
                <a:lnTo>
                  <a:pt x="807278" y="0"/>
                </a:lnTo>
                <a:lnTo>
                  <a:pt x="807278" y="731596"/>
                </a:lnTo>
                <a:lnTo>
                  <a:pt x="0" y="7315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95437" t="-166791" r="-269626" b="-89257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552129" y="628732"/>
            <a:ext cx="807278" cy="731596"/>
          </a:xfrm>
          <a:custGeom>
            <a:avLst/>
            <a:gdLst/>
            <a:ahLst/>
            <a:cxnLst/>
            <a:rect r="r" b="b" t="t" l="l"/>
            <a:pathLst>
              <a:path h="731596" w="807278">
                <a:moveTo>
                  <a:pt x="0" y="0"/>
                </a:moveTo>
                <a:lnTo>
                  <a:pt x="807278" y="0"/>
                </a:lnTo>
                <a:lnTo>
                  <a:pt x="807278" y="731595"/>
                </a:lnTo>
                <a:lnTo>
                  <a:pt x="0" y="731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95437" t="-166791" r="-269626" b="-892575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626750" y="-287772"/>
            <a:ext cx="7612864" cy="10138197"/>
          </a:xfrm>
          <a:custGeom>
            <a:avLst/>
            <a:gdLst/>
            <a:ahLst/>
            <a:cxnLst/>
            <a:rect r="r" b="b" t="t" l="l"/>
            <a:pathLst>
              <a:path h="10138197" w="7612864">
                <a:moveTo>
                  <a:pt x="0" y="0"/>
                </a:moveTo>
                <a:lnTo>
                  <a:pt x="7612864" y="0"/>
                </a:lnTo>
                <a:lnTo>
                  <a:pt x="7612864" y="10138197"/>
                </a:lnTo>
                <a:lnTo>
                  <a:pt x="0" y="101381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510570" y="5505126"/>
            <a:ext cx="8956428" cy="12339017"/>
            <a:chOff x="0" y="0"/>
            <a:chExt cx="11941904" cy="16452023"/>
          </a:xfrm>
        </p:grpSpPr>
        <p:sp>
          <p:nvSpPr>
            <p:cNvPr name="Freeform 13" id="13"/>
            <p:cNvSpPr/>
            <p:nvPr/>
          </p:nvSpPr>
          <p:spPr>
            <a:xfrm flipH="false" flipV="false" rot="-462843">
              <a:off x="9105810" y="80960"/>
              <a:ext cx="1442838" cy="3508436"/>
            </a:xfrm>
            <a:custGeom>
              <a:avLst/>
              <a:gdLst/>
              <a:ahLst/>
              <a:cxnLst/>
              <a:rect r="r" b="b" t="t" l="l"/>
              <a:pathLst>
                <a:path h="3508436" w="1442838">
                  <a:moveTo>
                    <a:pt x="0" y="0"/>
                  </a:moveTo>
                  <a:lnTo>
                    <a:pt x="1442838" y="0"/>
                  </a:lnTo>
                  <a:lnTo>
                    <a:pt x="1442838" y="3508436"/>
                  </a:lnTo>
                  <a:lnTo>
                    <a:pt x="0" y="3508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-597860" t="0" r="0" b="-317583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640896" y="509416"/>
              <a:ext cx="10301007" cy="15942607"/>
            </a:xfrm>
            <a:custGeom>
              <a:avLst/>
              <a:gdLst/>
              <a:ahLst/>
              <a:cxnLst/>
              <a:rect r="r" b="b" t="t" l="l"/>
              <a:pathLst>
                <a:path h="15942607" w="10301007">
                  <a:moveTo>
                    <a:pt x="0" y="0"/>
                  </a:moveTo>
                  <a:lnTo>
                    <a:pt x="10301008" y="0"/>
                  </a:lnTo>
                  <a:lnTo>
                    <a:pt x="10301008" y="15942607"/>
                  </a:lnTo>
                  <a:lnTo>
                    <a:pt x="0" y="159426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-47169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2175645"/>
              <a:ext cx="2231457" cy="4441593"/>
            </a:xfrm>
            <a:custGeom>
              <a:avLst/>
              <a:gdLst/>
              <a:ahLst/>
              <a:cxnLst/>
              <a:rect r="r" b="b" t="t" l="l"/>
              <a:pathLst>
                <a:path h="4441593" w="2231457">
                  <a:moveTo>
                    <a:pt x="0" y="0"/>
                  </a:moveTo>
                  <a:lnTo>
                    <a:pt x="2231457" y="0"/>
                  </a:lnTo>
                  <a:lnTo>
                    <a:pt x="2231457" y="4441592"/>
                  </a:lnTo>
                  <a:lnTo>
                    <a:pt x="0" y="4441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-228560" t="0" r="-686123" b="-256844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4424867" y="1711651"/>
              <a:ext cx="448648" cy="557564"/>
            </a:xfrm>
            <a:custGeom>
              <a:avLst/>
              <a:gdLst/>
              <a:ahLst/>
              <a:cxnLst/>
              <a:rect r="r" b="b" t="t" l="l"/>
              <a:pathLst>
                <a:path h="557564" w="448648">
                  <a:moveTo>
                    <a:pt x="0" y="0"/>
                  </a:moveTo>
                  <a:lnTo>
                    <a:pt x="448647" y="0"/>
                  </a:lnTo>
                  <a:lnTo>
                    <a:pt x="448647" y="557564"/>
                  </a:lnTo>
                  <a:lnTo>
                    <a:pt x="0" y="557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-1703549" t="-215622" r="-1575487" b="-254371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81101" y="3961817"/>
              <a:ext cx="10060803" cy="12490206"/>
            </a:xfrm>
            <a:custGeom>
              <a:avLst/>
              <a:gdLst/>
              <a:ahLst/>
              <a:cxnLst/>
              <a:rect r="r" b="b" t="t" l="l"/>
              <a:pathLst>
                <a:path h="12490206" w="10060803">
                  <a:moveTo>
                    <a:pt x="0" y="0"/>
                  </a:moveTo>
                  <a:lnTo>
                    <a:pt x="10060803" y="0"/>
                  </a:lnTo>
                  <a:lnTo>
                    <a:pt x="10060803" y="12490206"/>
                  </a:lnTo>
                  <a:lnTo>
                    <a:pt x="0" y="12490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-50683" t="-2764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8732425" y="509416"/>
              <a:ext cx="3209478" cy="3075248"/>
            </a:xfrm>
            <a:custGeom>
              <a:avLst/>
              <a:gdLst/>
              <a:ahLst/>
              <a:cxnLst/>
              <a:rect r="r" b="b" t="t" l="l"/>
              <a:pathLst>
                <a:path h="3075248" w="3209478">
                  <a:moveTo>
                    <a:pt x="0" y="0"/>
                  </a:moveTo>
                  <a:lnTo>
                    <a:pt x="3209479" y="0"/>
                  </a:lnTo>
                  <a:lnTo>
                    <a:pt x="3209479" y="3075248"/>
                  </a:lnTo>
                  <a:lnTo>
                    <a:pt x="0" y="3075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-372349" t="0" r="0" b="-418416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730327" y="7747820"/>
            <a:ext cx="622244" cy="563909"/>
          </a:xfrm>
          <a:custGeom>
            <a:avLst/>
            <a:gdLst/>
            <a:ahLst/>
            <a:cxnLst/>
            <a:rect r="r" b="b" t="t" l="l"/>
            <a:pathLst>
              <a:path h="563909" w="622244">
                <a:moveTo>
                  <a:pt x="0" y="0"/>
                </a:moveTo>
                <a:lnTo>
                  <a:pt x="622243" y="0"/>
                </a:lnTo>
                <a:lnTo>
                  <a:pt x="622243" y="563908"/>
                </a:lnTo>
                <a:lnTo>
                  <a:pt x="0" y="5639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95437" t="-166791" r="-269626" b="-892575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935430" y="9258300"/>
            <a:ext cx="3110805" cy="1184249"/>
          </a:xfrm>
          <a:custGeom>
            <a:avLst/>
            <a:gdLst/>
            <a:ahLst/>
            <a:cxnLst/>
            <a:rect r="r" b="b" t="t" l="l"/>
            <a:pathLst>
              <a:path h="1184249" w="3110805">
                <a:moveTo>
                  <a:pt x="0" y="0"/>
                </a:moveTo>
                <a:lnTo>
                  <a:pt x="3110805" y="0"/>
                </a:lnTo>
                <a:lnTo>
                  <a:pt x="3110805" y="1184249"/>
                </a:lnTo>
                <a:lnTo>
                  <a:pt x="0" y="11842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24954" t="0" r="-589790" b="-80872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048022" y="9421060"/>
            <a:ext cx="622244" cy="563909"/>
          </a:xfrm>
          <a:custGeom>
            <a:avLst/>
            <a:gdLst/>
            <a:ahLst/>
            <a:cxnLst/>
            <a:rect r="r" b="b" t="t" l="l"/>
            <a:pathLst>
              <a:path h="563909" w="622244">
                <a:moveTo>
                  <a:pt x="0" y="0"/>
                </a:moveTo>
                <a:lnTo>
                  <a:pt x="622244" y="0"/>
                </a:lnTo>
                <a:lnTo>
                  <a:pt x="622244" y="563909"/>
                </a:lnTo>
                <a:lnTo>
                  <a:pt x="0" y="5639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95437" t="-166791" r="-269626" b="-892575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707637" y="539603"/>
            <a:ext cx="3110805" cy="1184249"/>
          </a:xfrm>
          <a:custGeom>
            <a:avLst/>
            <a:gdLst/>
            <a:ahLst/>
            <a:cxnLst/>
            <a:rect r="r" b="b" t="t" l="l"/>
            <a:pathLst>
              <a:path h="1184249" w="3110805">
                <a:moveTo>
                  <a:pt x="0" y="0"/>
                </a:moveTo>
                <a:lnTo>
                  <a:pt x="3110805" y="0"/>
                </a:lnTo>
                <a:lnTo>
                  <a:pt x="3110805" y="1184249"/>
                </a:lnTo>
                <a:lnTo>
                  <a:pt x="0" y="11842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24954" t="0" r="-589790" b="-80872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93535" y="6120965"/>
            <a:ext cx="20275070" cy="7106880"/>
            <a:chOff x="0" y="0"/>
            <a:chExt cx="27033427" cy="947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33427" cy="7569360"/>
            </a:xfrm>
            <a:custGeom>
              <a:avLst/>
              <a:gdLst/>
              <a:ahLst/>
              <a:cxnLst/>
              <a:rect r="r" b="b" t="t" l="l"/>
              <a:pathLst>
                <a:path h="7569360" w="27033427">
                  <a:moveTo>
                    <a:pt x="0" y="0"/>
                  </a:moveTo>
                  <a:lnTo>
                    <a:pt x="27033427" y="0"/>
                  </a:lnTo>
                  <a:lnTo>
                    <a:pt x="27033427" y="7569360"/>
                  </a:lnTo>
                  <a:lnTo>
                    <a:pt x="0" y="7569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851827" y="2776660"/>
              <a:ext cx="25329773" cy="6699179"/>
              <a:chOff x="0" y="0"/>
              <a:chExt cx="5003412" cy="132329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003412" cy="1323295"/>
              </a:xfrm>
              <a:custGeom>
                <a:avLst/>
                <a:gdLst/>
                <a:ahLst/>
                <a:cxnLst/>
                <a:rect r="r" b="b" t="t" l="l"/>
                <a:pathLst>
                  <a:path h="1323295" w="5003412">
                    <a:moveTo>
                      <a:pt x="0" y="0"/>
                    </a:moveTo>
                    <a:lnTo>
                      <a:pt x="5003412" y="0"/>
                    </a:lnTo>
                    <a:lnTo>
                      <a:pt x="5003412" y="1323295"/>
                    </a:lnTo>
                    <a:lnTo>
                      <a:pt x="0" y="1323295"/>
                    </a:lnTo>
                    <a:close/>
                  </a:path>
                </a:pathLst>
              </a:custGeom>
              <a:solidFill>
                <a:srgbClr val="631C1B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5003412" cy="13613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7" id="7"/>
          <p:cNvSpPr/>
          <p:nvPr/>
        </p:nvSpPr>
        <p:spPr>
          <a:xfrm flipH="false" flipV="false" rot="0">
            <a:off x="4542505" y="2396761"/>
            <a:ext cx="7721882" cy="10486506"/>
          </a:xfrm>
          <a:custGeom>
            <a:avLst/>
            <a:gdLst/>
            <a:ahLst/>
            <a:cxnLst/>
            <a:rect r="r" b="b" t="t" l="l"/>
            <a:pathLst>
              <a:path h="10486506" w="7721882">
                <a:moveTo>
                  <a:pt x="0" y="0"/>
                </a:moveTo>
                <a:lnTo>
                  <a:pt x="7721882" y="0"/>
                </a:lnTo>
                <a:lnTo>
                  <a:pt x="7721882" y="10486506"/>
                </a:lnTo>
                <a:lnTo>
                  <a:pt x="0" y="10486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505186" y="4419877"/>
            <a:ext cx="8144654" cy="8749140"/>
          </a:xfrm>
          <a:custGeom>
            <a:avLst/>
            <a:gdLst/>
            <a:ahLst/>
            <a:cxnLst/>
            <a:rect r="r" b="b" t="t" l="l"/>
            <a:pathLst>
              <a:path h="8749140" w="8144654">
                <a:moveTo>
                  <a:pt x="0" y="0"/>
                </a:moveTo>
                <a:lnTo>
                  <a:pt x="8144653" y="0"/>
                </a:lnTo>
                <a:lnTo>
                  <a:pt x="8144653" y="8749140"/>
                </a:lnTo>
                <a:lnTo>
                  <a:pt x="0" y="87491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77297">
            <a:off x="545499" y="5046281"/>
            <a:ext cx="6245695" cy="8317512"/>
          </a:xfrm>
          <a:custGeom>
            <a:avLst/>
            <a:gdLst/>
            <a:ahLst/>
            <a:cxnLst/>
            <a:rect r="r" b="b" t="t" l="l"/>
            <a:pathLst>
              <a:path h="8317512" w="6245695">
                <a:moveTo>
                  <a:pt x="0" y="0"/>
                </a:moveTo>
                <a:lnTo>
                  <a:pt x="6245695" y="0"/>
                </a:lnTo>
                <a:lnTo>
                  <a:pt x="6245695" y="8317513"/>
                </a:lnTo>
                <a:lnTo>
                  <a:pt x="0" y="83175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21103">
            <a:off x="12305097" y="5827338"/>
            <a:ext cx="7254907" cy="8946634"/>
          </a:xfrm>
          <a:custGeom>
            <a:avLst/>
            <a:gdLst/>
            <a:ahLst/>
            <a:cxnLst/>
            <a:rect r="r" b="b" t="t" l="l"/>
            <a:pathLst>
              <a:path h="8946634" w="7254907">
                <a:moveTo>
                  <a:pt x="7254907" y="0"/>
                </a:moveTo>
                <a:lnTo>
                  <a:pt x="0" y="0"/>
                </a:lnTo>
                <a:lnTo>
                  <a:pt x="0" y="8946634"/>
                </a:lnTo>
                <a:lnTo>
                  <a:pt x="7254907" y="8946634"/>
                </a:lnTo>
                <a:lnTo>
                  <a:pt x="7254907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49473" y="1837627"/>
            <a:ext cx="807278" cy="731596"/>
          </a:xfrm>
          <a:custGeom>
            <a:avLst/>
            <a:gdLst/>
            <a:ahLst/>
            <a:cxnLst/>
            <a:rect r="r" b="b" t="t" l="l"/>
            <a:pathLst>
              <a:path h="731596" w="807278">
                <a:moveTo>
                  <a:pt x="0" y="0"/>
                </a:moveTo>
                <a:lnTo>
                  <a:pt x="807278" y="0"/>
                </a:lnTo>
                <a:lnTo>
                  <a:pt x="807278" y="731595"/>
                </a:lnTo>
                <a:lnTo>
                  <a:pt x="0" y="7315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795437" t="-166791" r="-269626" b="-892575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7131249" y="1837627"/>
            <a:ext cx="807278" cy="731596"/>
          </a:xfrm>
          <a:custGeom>
            <a:avLst/>
            <a:gdLst/>
            <a:ahLst/>
            <a:cxnLst/>
            <a:rect r="r" b="b" t="t" l="l"/>
            <a:pathLst>
              <a:path h="731596" w="807278">
                <a:moveTo>
                  <a:pt x="807278" y="0"/>
                </a:moveTo>
                <a:lnTo>
                  <a:pt x="0" y="0"/>
                </a:lnTo>
                <a:lnTo>
                  <a:pt x="0" y="731595"/>
                </a:lnTo>
                <a:lnTo>
                  <a:pt x="807278" y="731595"/>
                </a:lnTo>
                <a:lnTo>
                  <a:pt x="807278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795437" t="-166791" r="-269626" b="-892575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715033" y="4012432"/>
            <a:ext cx="2355449" cy="896694"/>
          </a:xfrm>
          <a:custGeom>
            <a:avLst/>
            <a:gdLst/>
            <a:ahLst/>
            <a:cxnLst/>
            <a:rect r="r" b="b" t="t" l="l"/>
            <a:pathLst>
              <a:path h="896694" w="2355449">
                <a:moveTo>
                  <a:pt x="0" y="0"/>
                </a:moveTo>
                <a:lnTo>
                  <a:pt x="2355450" y="0"/>
                </a:lnTo>
                <a:lnTo>
                  <a:pt x="2355450" y="896694"/>
                </a:lnTo>
                <a:lnTo>
                  <a:pt x="0" y="896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224954" t="0" r="-589790" b="-80872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-782483" y="4012432"/>
            <a:ext cx="2355449" cy="896694"/>
          </a:xfrm>
          <a:custGeom>
            <a:avLst/>
            <a:gdLst/>
            <a:ahLst/>
            <a:cxnLst/>
            <a:rect r="r" b="b" t="t" l="l"/>
            <a:pathLst>
              <a:path h="896694" w="2355449">
                <a:moveTo>
                  <a:pt x="2355450" y="0"/>
                </a:moveTo>
                <a:lnTo>
                  <a:pt x="0" y="0"/>
                </a:lnTo>
                <a:lnTo>
                  <a:pt x="0" y="896694"/>
                </a:lnTo>
                <a:lnTo>
                  <a:pt x="2355450" y="896694"/>
                </a:lnTo>
                <a:lnTo>
                  <a:pt x="235545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224954" t="0" r="-589790" b="-80872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47884" y="81530"/>
            <a:ext cx="16192233" cy="5140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57"/>
              </a:lnSpc>
              <a:spcBef>
                <a:spcPct val="0"/>
              </a:spcBef>
            </a:pPr>
            <a:r>
              <a:rPr lang="en-US" sz="15612">
                <a:solidFill>
                  <a:srgbClr val="EA872F"/>
                </a:solidFill>
                <a:latin typeface="GFS Theokritos"/>
                <a:ea typeface="GFS Theokritos"/>
                <a:cs typeface="GFS Theokritos"/>
                <a:sym typeface="GFS Theokritos"/>
              </a:rPr>
              <a:t>Agradecimentos!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087451" y="476755"/>
            <a:ext cx="2899716" cy="1103890"/>
          </a:xfrm>
          <a:custGeom>
            <a:avLst/>
            <a:gdLst/>
            <a:ahLst/>
            <a:cxnLst/>
            <a:rect r="r" b="b" t="t" l="l"/>
            <a:pathLst>
              <a:path h="1103890" w="2899716">
                <a:moveTo>
                  <a:pt x="0" y="0"/>
                </a:moveTo>
                <a:lnTo>
                  <a:pt x="2899716" y="0"/>
                </a:lnTo>
                <a:lnTo>
                  <a:pt x="2899716" y="1103890"/>
                </a:lnTo>
                <a:lnTo>
                  <a:pt x="0" y="110389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224954" t="0" r="-589790" b="-80872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1300833" y="476755"/>
            <a:ext cx="2899716" cy="1103890"/>
          </a:xfrm>
          <a:custGeom>
            <a:avLst/>
            <a:gdLst/>
            <a:ahLst/>
            <a:cxnLst/>
            <a:rect r="r" b="b" t="t" l="l"/>
            <a:pathLst>
              <a:path h="1103890" w="2899716">
                <a:moveTo>
                  <a:pt x="2899716" y="0"/>
                </a:moveTo>
                <a:lnTo>
                  <a:pt x="0" y="0"/>
                </a:lnTo>
                <a:lnTo>
                  <a:pt x="0" y="1103890"/>
                </a:lnTo>
                <a:lnTo>
                  <a:pt x="2899716" y="1103890"/>
                </a:lnTo>
                <a:lnTo>
                  <a:pt x="2899716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224954" t="0" r="-589790" b="-808720"/>
            </a:stretch>
          </a:blipFill>
        </p:spPr>
      </p:sp>
    </p:spTree>
  </p:cSld>
  <p:clrMapOvr>
    <a:masterClrMapping/>
  </p:clrMapOvr>
  <p:transition spd="slow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DAHJx4OUoAM</dc:identifier>
  <dcterms:modified xsi:type="dcterms:W3CDTF">2011-08-01T06:04:30Z</dcterms:modified>
  <cp:revision>1</cp:revision>
  <dc:title>Filhos Do Olimpo</dc:title>
</cp:coreProperties>
</file>